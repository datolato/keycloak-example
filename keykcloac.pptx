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57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B106E36-FD25-4E2D-B0AA-010F637433A0}" type="datetimeFigureOut">
              <a:rPr lang="ru-RU" smtClean="0"/>
              <a:pPr/>
              <a:t>08.08.2025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08.08.2025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08.08.2025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08.08.2025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08.08.2025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08.08.2025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08.08.2025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08.08.2025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5B106E36-FD25-4E2D-B0AA-010F637433A0}" type="datetimeFigureOut">
              <a:rPr lang="ru-RU" smtClean="0"/>
              <a:pPr/>
              <a:t>08.08.2025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08.08.2025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08.08.2025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5B106E36-FD25-4E2D-B0AA-010F637433A0}" type="datetimeFigureOut">
              <a:rPr lang="ru-RU" smtClean="0"/>
              <a:pPr/>
              <a:t>08.08.2025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eyCloak и микро-сервисы. Как облегчить жизнь программисту / Хабр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7704" y="980728"/>
            <a:ext cx="4968551" cy="33123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Основная </a:t>
            </a:r>
            <a:r>
              <a:rPr lang="ru-RU" dirty="0" smtClean="0"/>
              <a:t>терминология.</a:t>
            </a:r>
            <a:endParaRPr lang="ru-RU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2708920"/>
            <a:ext cx="7992888" cy="170869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https://cs12.pikabu.ru/post_img/big/2021/06/07/11/162309095712868883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340768"/>
            <a:ext cx="7017339" cy="367240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Лучше рисунок ключа (49 фото)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980728"/>
            <a:ext cx="6770900" cy="453650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Архитектура.</a:t>
            </a:r>
            <a:endParaRPr lang="ru-RU" dirty="0"/>
          </a:p>
        </p:txBody>
      </p:sp>
      <p:pic>
        <p:nvPicPr>
          <p:cNvPr id="54274" name="Picture 2" descr="ИТ-архитектура компании - что это такое, проектирование и принципы ИТ  архитектуры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1268760"/>
            <a:ext cx="7086600" cy="466725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i="1" dirty="0" smtClean="0"/>
              <a:t>Для чего нужны </a:t>
            </a:r>
            <a:r>
              <a:rPr lang="ru-RU" i="1" dirty="0" err="1" smtClean="0"/>
              <a:t>Access</a:t>
            </a:r>
            <a:r>
              <a:rPr lang="ru-RU" i="1" dirty="0" smtClean="0"/>
              <a:t> и </a:t>
            </a:r>
            <a:r>
              <a:rPr lang="ru-RU" i="1" dirty="0" err="1" smtClean="0"/>
              <a:t>Refresh</a:t>
            </a:r>
            <a:r>
              <a:rPr lang="ru-RU" i="1" dirty="0" smtClean="0"/>
              <a:t> </a:t>
            </a:r>
            <a:r>
              <a:rPr lang="ru-RU" i="1" dirty="0" err="1" smtClean="0"/>
              <a:t>токены</a:t>
            </a:r>
            <a:r>
              <a:rPr lang="ru-RU" i="1" dirty="0" smtClean="0"/>
              <a:t>?</a:t>
            </a:r>
            <a:endParaRPr lang="ru-RU" dirty="0"/>
          </a:p>
        </p:txBody>
      </p:sp>
      <p:pic>
        <p:nvPicPr>
          <p:cNvPr id="56322" name="Picture 2" descr="Use the refresh token or bear my wrath. - Darth Vader Meme Generato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672" y="1772816"/>
            <a:ext cx="6007766" cy="33843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611560" y="2276872"/>
            <a:ext cx="7139136" cy="2379720"/>
          </a:xfrm>
        </p:spPr>
        <p:txBody>
          <a:bodyPr>
            <a:normAutofit/>
          </a:bodyPr>
          <a:lstStyle/>
          <a:p>
            <a:r>
              <a:rPr lang="ru-RU" b="1" dirty="0" smtClean="0"/>
              <a:t>Предоставление </a:t>
            </a:r>
            <a:r>
              <a:rPr lang="ru-RU" b="1" dirty="0" smtClean="0"/>
              <a:t>доступа</a:t>
            </a:r>
            <a:endParaRPr lang="ru-RU" dirty="0" smtClean="0"/>
          </a:p>
          <a:p>
            <a:r>
              <a:rPr lang="ru-RU" b="1" dirty="0" smtClean="0"/>
              <a:t>Краткосрочный </a:t>
            </a:r>
            <a:r>
              <a:rPr lang="ru-RU" b="1" dirty="0" smtClean="0"/>
              <a:t>срок действия</a:t>
            </a:r>
          </a:p>
          <a:p>
            <a:r>
              <a:rPr lang="ru-RU" b="1" dirty="0" smtClean="0"/>
              <a:t>Использование в </a:t>
            </a:r>
            <a:r>
              <a:rPr lang="en-US" b="1" dirty="0" smtClean="0"/>
              <a:t>API - </a:t>
            </a:r>
            <a:r>
              <a:rPr lang="ru-RU" b="1" dirty="0" smtClean="0"/>
              <a:t>запросах</a:t>
            </a:r>
            <a:endParaRPr lang="ru-RU" dirty="0" smtClean="0"/>
          </a:p>
          <a:p>
            <a:r>
              <a:rPr lang="ru-RU" b="1" dirty="0" smtClean="0"/>
              <a:t>JSON </a:t>
            </a:r>
            <a:r>
              <a:rPr lang="ru-RU" b="1" dirty="0" err="1" smtClean="0"/>
              <a:t>Web</a:t>
            </a:r>
            <a:r>
              <a:rPr lang="ru-RU" b="1" dirty="0" smtClean="0"/>
              <a:t> </a:t>
            </a:r>
            <a:r>
              <a:rPr lang="ru-RU" b="1" dirty="0" err="1" smtClean="0"/>
              <a:t>Tokens</a:t>
            </a:r>
            <a:r>
              <a:rPr lang="ru-RU" b="1" dirty="0" smtClean="0"/>
              <a:t> (</a:t>
            </a:r>
            <a:r>
              <a:rPr lang="ru-RU" b="1" dirty="0" smtClean="0"/>
              <a:t>JWT)</a:t>
            </a:r>
            <a:endParaRPr lang="ru-RU" dirty="0" smtClean="0"/>
          </a:p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Access-</a:t>
            </a:r>
            <a:r>
              <a:rPr lang="ru-RU" dirty="0" err="1" smtClean="0"/>
              <a:t>токен</a:t>
            </a:r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467544" y="2132856"/>
            <a:ext cx="7715200" cy="3298371"/>
          </a:xfrm>
        </p:spPr>
        <p:txBody>
          <a:bodyPr>
            <a:normAutofit/>
          </a:bodyPr>
          <a:lstStyle/>
          <a:p>
            <a:r>
              <a:rPr lang="ru-RU" b="1" dirty="0" smtClean="0"/>
              <a:t>Обновление </a:t>
            </a:r>
            <a:r>
              <a:rPr lang="ru-RU" b="1" dirty="0" err="1" smtClean="0"/>
              <a:t>access-токена</a:t>
            </a:r>
            <a:endParaRPr lang="ru-RU" dirty="0" smtClean="0"/>
          </a:p>
          <a:p>
            <a:r>
              <a:rPr lang="ru-RU" b="1" dirty="0" smtClean="0"/>
              <a:t>Долгосрочный срок </a:t>
            </a:r>
            <a:r>
              <a:rPr lang="ru-RU" b="1" dirty="0" smtClean="0"/>
              <a:t>действия</a:t>
            </a:r>
            <a:endParaRPr lang="ru-RU" dirty="0" smtClean="0"/>
          </a:p>
          <a:p>
            <a:r>
              <a:rPr lang="ru-RU" b="1" dirty="0" smtClean="0"/>
              <a:t>Хранение и </a:t>
            </a:r>
            <a:r>
              <a:rPr lang="ru-RU" b="1" dirty="0" smtClean="0"/>
              <a:t>безопасность</a:t>
            </a:r>
            <a:endParaRPr lang="ru-RU" dirty="0" smtClean="0"/>
          </a:p>
          <a:p>
            <a:r>
              <a:rPr lang="ru-RU" b="1" dirty="0" smtClean="0"/>
              <a:t>Не передаются с каждым </a:t>
            </a:r>
            <a:r>
              <a:rPr lang="ru-RU" b="1" dirty="0" smtClean="0"/>
              <a:t>запросом</a:t>
            </a:r>
            <a:endParaRPr lang="ru-RU" dirty="0" smtClean="0"/>
          </a:p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Refresh-</a:t>
            </a:r>
            <a:r>
              <a:rPr lang="ru-RU" dirty="0" err="1" smtClean="0"/>
              <a:t>токен</a:t>
            </a:r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2" descr="ты втираешь мне какую - то дичь, Мем Ты втираешь мне какую то дичь -  Рисовач .Ру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83768" y="836712"/>
            <a:ext cx="4104456" cy="44671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Установка и настройка сервера Matrix Synapse с ипользованием Ansible и  Docker - Кибер Лис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484784"/>
            <a:ext cx="8229600" cy="378372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ткрытая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46</TotalTime>
  <Words>46</Words>
  <Application>Microsoft Office PowerPoint</Application>
  <PresentationFormat>Экран (4:3)</PresentationFormat>
  <Paragraphs>13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Открытая</vt:lpstr>
      <vt:lpstr>Слайд 1</vt:lpstr>
      <vt:lpstr>Основная терминология.</vt:lpstr>
      <vt:lpstr>Слайд 3</vt:lpstr>
      <vt:lpstr>Слайд 4</vt:lpstr>
      <vt:lpstr>Архитектура.</vt:lpstr>
      <vt:lpstr>Для чего нужны Access и Refresh токены?</vt:lpstr>
      <vt:lpstr>Access-токен</vt:lpstr>
      <vt:lpstr>Refresh-токен</vt:lpstr>
      <vt:lpstr>Слайд 9</vt:lpstr>
      <vt:lpstr>Слайд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Валерий Черноусов</dc:creator>
  <cp:lastModifiedBy>Iru</cp:lastModifiedBy>
  <cp:revision>6</cp:revision>
  <dcterms:created xsi:type="dcterms:W3CDTF">2025-08-08T11:51:01Z</dcterms:created>
  <dcterms:modified xsi:type="dcterms:W3CDTF">2025-08-08T12:47:45Z</dcterms:modified>
</cp:coreProperties>
</file>